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7" r:id="rId7"/>
    <p:sldMasterId id="2147483658" r:id="rId8"/>
    <p:sldMasterId id="2147483659" r:id="rId9"/>
    <p:sldMasterId id="2147483660" r:id="rId10"/>
    <p:sldMasterId id="2147483662" r:id="rId11"/>
    <p:sldMasterId id="2147483663" r:id="rId12"/>
  </p:sldMasterIdLst>
  <p:sldIdLst>
    <p:sldId id="256" r:id="rId13"/>
    <p:sldId id="257" r:id="rId14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920837-010D-4F7F-AB75-7DC547B3D91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3477A74-5AC7-42BB-A8BD-2F3F246DFE2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B8E1EE1-BE07-42D3-86F1-FBA963D9FD1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BDF9A2F-4286-46AE-A1E6-5DD4204166F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61B8B9D8-4015-4EF9-A616-1736F37A62B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5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5986E1A-00AB-40DB-BB18-2BC9B42FB0C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B422BAB-307A-48AD-8832-5CC17F808BF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anchorCtr="1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3D5671A-090A-4056-99B3-9FFA41E237F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01125B0-E93D-4406-AA10-AD540554EB0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4EDBFEF-C870-4066-9641-727F2C97BA0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9C57E80-9956-441E-A525-E3C732216D7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AB21891-D55C-43BB-B314-CA9447EFC54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1C22302-90AD-40E2-B3F5-817C2043E9B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B33709B-AF98-4101-B46E-CF5EFF5E388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1BCB742-2C28-4408-89CE-D210B1D384D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363E8F6-6B99-4D90-A8DB-12EB0229733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zh-CN" sz="4400" spc="-1" strike="noStrike">
                <a:solidFill>
                  <a:schemeClr val="dk1"/>
                </a:solidFill>
                <a:latin typeface="Calibri"/>
              </a:rPr>
              <a:t>第二讲 线性方程组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3200" spc="-1" strike="noStrike">
                <a:solidFill>
                  <a:schemeClr val="dk1"/>
                </a:solidFill>
                <a:latin typeface="Calibri"/>
              </a:rPr>
              <a:t>高斯消元法的基本步骤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zh-CN" sz="2800" spc="-1" strike="noStrike">
                <a:solidFill>
                  <a:schemeClr val="dk1"/>
                </a:solidFill>
                <a:latin typeface="Calibri"/>
              </a:rPr>
              <a:t>化为行阶梯形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zh-CN" sz="2800" spc="-1" strike="noStrike">
                <a:solidFill>
                  <a:schemeClr val="dk1"/>
                </a:solidFill>
                <a:latin typeface="Calibri"/>
              </a:rPr>
              <a:t>回代求解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3200" spc="-1" strike="noStrike">
                <a:solidFill>
                  <a:schemeClr val="dk1"/>
                </a:solidFill>
                <a:latin typeface="Calibri"/>
              </a:rPr>
              <a:t>解的存在性与唯一性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oup 1"/>
          <p:cNvGrpSpPr/>
          <p:nvPr/>
        </p:nvGrpSpPr>
        <p:grpSpPr>
          <a:xfrm>
            <a:off x="457200" y="914400"/>
            <a:ext cx="7954920" cy="1096920"/>
            <a:chOff x="457200" y="914400"/>
            <a:chExt cx="7954920" cy="1096920"/>
          </a:xfrm>
        </p:grpSpPr>
        <p:sp>
          <p:nvSpPr>
            <p:cNvPr id="70" name="Isosceles Triangle 2"/>
            <p:cNvSpPr/>
            <p:nvPr/>
          </p:nvSpPr>
          <p:spPr>
            <a:xfrm>
              <a:off x="457200" y="914400"/>
              <a:ext cx="1096920" cy="1096920"/>
            </a:xfrm>
            <a:prstGeom prst="triangle">
              <a:avLst>
                <a:gd name="adj" fmla="val 50000"/>
              </a:avLst>
            </a:prstGeom>
            <a:solidFill>
              <a:srgbClr val="c83c3c"/>
            </a:solidFill>
            <a:ln w="9360">
              <a:solidFill>
                <a:srgbClr val="4a7ebb"/>
              </a:solidFill>
              <a:round/>
            </a:ln>
            <a:effectLst>
              <a:outerShdw dist="23040" dir="5400000" blurRad="399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1" name="Diamond 3"/>
            <p:cNvSpPr/>
            <p:nvPr/>
          </p:nvSpPr>
          <p:spPr>
            <a:xfrm>
              <a:off x="1828800" y="914400"/>
              <a:ext cx="1096920" cy="1096920"/>
            </a:xfrm>
            <a:prstGeom prst="diamond">
              <a:avLst/>
            </a:prstGeom>
            <a:solidFill>
              <a:srgbClr val="3ca03c"/>
            </a:solidFill>
            <a:ln w="9360">
              <a:solidFill>
                <a:srgbClr val="4a7ebb"/>
              </a:solidFill>
              <a:round/>
            </a:ln>
            <a:effectLst>
              <a:outerShdw dist="23040" dir="5400000" blurRad="399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2" name="Right Arrow 4"/>
            <p:cNvSpPr/>
            <p:nvPr/>
          </p:nvSpPr>
          <p:spPr>
            <a:xfrm>
              <a:off x="3200400" y="914400"/>
              <a:ext cx="1096920" cy="109692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3c3cc8"/>
            </a:solidFill>
            <a:ln w="9360">
              <a:solidFill>
                <a:srgbClr val="4a7ebb"/>
              </a:solidFill>
              <a:round/>
            </a:ln>
            <a:effectLst>
              <a:outerShdw dist="23040" dir="5400000" blurRad="399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3" name="5-Point Star 5"/>
            <p:cNvSpPr/>
            <p:nvPr/>
          </p:nvSpPr>
          <p:spPr>
            <a:xfrm>
              <a:off x="4572000" y="914400"/>
              <a:ext cx="1096920" cy="109692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c89600"/>
            </a:solidFill>
            <a:ln w="9360">
              <a:solidFill>
                <a:srgbClr val="4a7ebb"/>
              </a:solidFill>
              <a:round/>
            </a:ln>
            <a:effectLst>
              <a:outerShdw dist="23040" dir="5400000" blurRad="399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4" name="Hexagon 6"/>
            <p:cNvSpPr/>
            <p:nvPr/>
          </p:nvSpPr>
          <p:spPr>
            <a:xfrm>
              <a:off x="5943600" y="914400"/>
              <a:ext cx="1096920" cy="109692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7800a0"/>
            </a:solidFill>
            <a:ln w="9360">
              <a:solidFill>
                <a:srgbClr val="4a7ebb"/>
              </a:solidFill>
              <a:round/>
            </a:ln>
            <a:effectLst>
              <a:outerShdw dist="23040" dir="5400000" blurRad="399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5" name="Chevron 7"/>
            <p:cNvSpPr/>
            <p:nvPr/>
          </p:nvSpPr>
          <p:spPr>
            <a:xfrm>
              <a:off x="7315200" y="914400"/>
              <a:ext cx="1096920" cy="1096920"/>
            </a:xfrm>
            <a:prstGeom prst="chevron">
              <a:avLst>
                <a:gd name="adj" fmla="val 50000"/>
              </a:avLst>
            </a:prstGeom>
            <a:solidFill>
              <a:srgbClr val="008c8c"/>
            </a:solidFill>
            <a:ln w="9360">
              <a:solidFill>
                <a:srgbClr val="4a7ebb"/>
              </a:solidFill>
              <a:round/>
            </a:ln>
            <a:effectLst>
              <a:outerShdw dist="23040" dir="5400000" blurRad="399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</p:grpSp>
      <p:pic>
        <p:nvPicPr>
          <p:cNvPr id="76" name="Picture 8" descr="image.png"/>
          <p:cNvPicPr/>
          <p:nvPr/>
        </p:nvPicPr>
        <p:blipFill>
          <a:blip r:embed="rId1"/>
          <a:srcRect l="0" t="0" r="50000" b="0"/>
          <a:stretch/>
        </p:blipFill>
        <p:spPr>
          <a:xfrm>
            <a:off x="914400" y="3200400"/>
            <a:ext cx="2742840" cy="1371240"/>
          </a:xfrm>
          <a:prstGeom prst="rect">
            <a:avLst/>
          </a:prstGeom>
          <a:ln w="0">
            <a:noFill/>
          </a:ln>
        </p:spPr>
      </p:pic>
      <p:pic>
        <p:nvPicPr>
          <p:cNvPr id="77" name="Picture 9" descr="image.png"/>
          <p:cNvPicPr/>
          <p:nvPr/>
        </p:nvPicPr>
        <p:blipFill>
          <a:blip r:embed="rId2"/>
          <a:stretch/>
        </p:blipFill>
        <p:spPr>
          <a:xfrm rot="1800000">
            <a:off x="4572000" y="3200040"/>
            <a:ext cx="1828440" cy="914040"/>
          </a:xfrm>
          <a:prstGeom prst="rect">
            <a:avLst/>
          </a:prstGeom>
          <a:ln w="0">
            <a:noFill/>
          </a:ln>
        </p:spPr>
      </p:pic>
      <p:sp>
        <p:nvSpPr>
          <p:cNvPr id="78" name="TextBox 10"/>
          <p:cNvSpPr/>
          <p:nvPr/>
        </p:nvSpPr>
        <p:spPr>
          <a:xfrm>
            <a:off x="4572000" y="5487120"/>
            <a:ext cx="365724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A long text box paragraph that wraps across several lines inside a narrow box on the slide.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