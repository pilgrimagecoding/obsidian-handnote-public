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HandNote slides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Subtitle: one page per slide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Bullets and levels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point</a:t>
            </a:r>
          </a:p>
          <a:p>
            <a:pPr/>
            <a:r>
              <a:t>Second point</a:t>
            </a:r>
          </a:p>
          <a:p>
            <a:pPr lvl="1"/>
            <a:r>
              <a:t>Sub point A</a:t>
            </a:r>
          </a:p>
          <a:p>
            <a:pPr lvl="1"/>
            <a:r>
              <a:t>Sub point B</a:t>
            </a:r>
          </a:p>
          <a:p>
            <a:pPr/>
            <a:r>
              <a:t>中文要点：幻灯片导入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D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3657600" cy="1828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0" y="914400"/>
            <a:ext cx="2743200" cy="1371600"/>
          </a:xfrm>
          <a:prstGeom prst="rect">
            <a:avLst/>
          </a:prstGeom>
          <a:solidFill>
            <a:srgbClr val="C0101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Red box</a:t>
            </a:r>
          </a:p>
        </p:txBody>
      </p:sp>
      <p:sp>
        <p:nvSpPr>
          <p:cNvPr id="4" name="Oval 3"/>
          <p:cNvSpPr/>
          <p:nvPr/>
        </p:nvSpPr>
        <p:spPr>
          <a:xfrm>
            <a:off x="9144000" y="914400"/>
            <a:ext cx="1828800" cy="1828800"/>
          </a:xfrm>
          <a:prstGeom prst="ellipse">
            <a:avLst/>
          </a:prstGeom>
          <a:solidFill>
            <a:srgbClr val="10A04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274320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Theme-styled shape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0" y="4114800"/>
            <a:ext cx="3657600" cy="1371600"/>
          </a:xfrm>
          <a:prstGeom prst="line">
            <a:avLst/>
          </a:prstGeom>
          <a:ln w="3810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686800" y="36576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400" b="1"/>
              <a:t>Text box, right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09600"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